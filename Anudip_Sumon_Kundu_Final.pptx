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Information Technology &amp; Business Systems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ECDC4"/>
                </a:solidFill>
              </a:rPr>
              <a:t>Sumon Kundu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1. Introduction to IT and Business Systems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What is Information Technology?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Technology (IT) refers to the use of computers, software, networks, and other digital systems to store, process, transmit, and manage information.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IT is the backbone of modern business operations, enabling organizations to communicate, analyze data, and automate processes.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IT encompasses hardware, software, networks, databases, and the people who manage these systems.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 today's digital economy, IT is essential for business competitiveness, innovation, and growth.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Evolution of Information Technology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1960s-1970s: Mainframe era - Large, room-sized computers for businesses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1980s: Personal Computer (PC) revolution - Desktop computing becomes widespread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1990s: Internet boom - World Wide Web, email, and e-commerce emerge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2000s: Cloud computing era - Services move from local servers to the internet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2010s-Present: Mobile, AI, IoT, and Big Data transformation - Computing everywhere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IT vs. Computer Science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Technology (IT):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Focuses on using and managing computer systems, networks, and software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Applies existing technology to solve business problems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Computer Science (CS):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Focuses on theoretical foundations and design of computing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Studies algorithms, data structures, and computational science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Difference: IT is application-oriented; Computer Science is theory and research-oriented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Importance of IT in Modern Organizations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Efficiency: Automation reduces manual work and increases productivity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Communication: Email and video calls enable real-time global collaboration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Management: Store, process, and analyze massive amounts of data for insights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Global Connectivity: Internet and networks enable worldwide operations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Innovation: IT enables development of new products and business models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Competitive Advantage: Advanced IT gives organizations market edge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Core Components of IT Infrastructure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Hardware: Physical devices - computers, servers, routers, printers, storage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Software: Programs and operating systems - Windows, Linux, macOS, applications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Networks: LAN (Local Area Network), WAN (Wide Area Network), Internet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Data: Raw facts and figures processed into meaningful information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People: IT professionals - developers, administrators, analysts, managers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Processes: Workflows and procedures for managing IT systems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Business Systems Overview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Systems are integrated solutions supporting organizational functions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Types: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Enterprise Resource Planning (ERP) - Finance, HR, inventory, supply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Customer Relationship Management (CRM) - Customer interactions and 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Supply Chain Management (SCM) - Procurement, logistics, inventory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Business Intelligence (BI) - Data analysis for strategic decisions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Human Resource Management (HRM) - Employee data, payroll, recruitment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Role of IT in Business Strategy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Strategic Alignment: IT strategy must align with overall business goals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Enabler of Growth: IT investments support business expansion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Cost Optimization: IT solutions reduce operational costs through automation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Risk Management: IT provides security, disaster recovery, business continuity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Innovation Driver: New technologies open new business opportunities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Competitive Positioning: IT capabilities differentiate companies in marketplace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IT Service Delivery Models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On-Premise: IT infrastructure owned and managed by the organization on-site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Cloud Computing: Services delivered over internet - IaaS, PaaS, SaaS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Hybrid: Mix of on-premise and cloud services for flexibility and control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Managed Services: Third-party vendors manage IT infrastructure and services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Benefits of Cloud: Scalability, cost-efficiency, accessibility, automatic updates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2. Data Types, Sources, and Lifecycle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Understanding Data in the Digital Age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is raw facts, figures, and observations not yet processed or interpreted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Organizations generate and collect massive amounts of data daily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Sources include: customer interactions, transactions, social media, sensors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is data that has been processed, organized, and made meaningful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value comes from analyzing data to gain insights and support decisions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Types of Data: Structured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Highly organized and stored in fixed, tabular format (rows and columns)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Follows predefined schema with fixed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Easy to search, filter, and analyze using SQL queries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Stored in relational databases (RDBMS)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Excel spreadsheets and database tables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Bank transaction records and employee databases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Sales records and inventory management systems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Types of Data: Semi-Structured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Has organizational structure but does not follow strict tabular format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Contains tags, key-value pairs, or hierarchical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Easier to organize than unstructured; harder than structured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Often used in web applications and big data 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JSON files and XML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HTML pages and email messages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NoSQL databases like MongoDB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Types of Data: Unstructured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Has no predefined structure or schema; does not fit into rows and columns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Free-form content requiring specialized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Difficult to store in traditional databases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Requires text mining, NLP, image processing for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Text documents (Word, PDFs) and images/photos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Audio/video files and social media posts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Comprises majority of real-world data (80%)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Structured vs. Semi vs. Unstructured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STRUCTURED: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Rigid format, quick to analyze, stored in databases, tables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SEMI-STRUCTURED: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Flexible format, intermediate complexity, web-based, JSON/XML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UNSTRUCTURED: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52958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Free-form, complex to analyze, high storage volume, documents/images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Impact: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51713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Structured data: 20% of total, highly valuable for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92861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Unstructured data: 80% of total, requires advanced tools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Sources: Internal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generated and stored within an organization during operations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Sales records, invoices, billing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Customer details from CRM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Employee records, attendance, payroll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Inventory and stock levels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Stored in internal databases, ERP, CRM, HR systems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Considered reliable, confidential, and proprietary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1755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Main source for management reports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Sources: Third-Party Analytics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and insights provided by external analytics service providers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Website traffic data from Google Analytics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Social media analytics from Facebook, Instagram, Twitter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Market research reports from research firms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Advertising performance data from ad platforms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Helps understand user behavior and marketing performance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Provided via dashboards, reports, or APIs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Sources: External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from outside organization collected from other companies/institutions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Market trends and competitor information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Customer demographics from external agencies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Industry reports and statistics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Supplier and vendor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Helps understand business environment and competition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Obtained through subscriptions or data vendors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1755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Complements internal data for better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Sources: Open Data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Freely available data published by governments, organizations, or bodies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Government census and demographic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Health, education, and crime statistics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Weather and climate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Transport and traffic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Generally free or low-cost to 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Promotes research, innovation, and transparency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1755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Can be combined with internal data for deeper insights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Collection Methods: Overview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Qualitative Data Collection (Non-numerical):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Descriptive, textual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Answers 'why' and 'how'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Methods: Observations, interviews, surveys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Quantitative Data Collection (Numerical):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Numerical information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Answers 'how much' and 'how many' questions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Methods: Surveys with closed questions, experiments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76402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Primary Data: First-hand collection by researcher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1755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Secondary Data: Existing data gathered by others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Primary Data Collection Methods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of collecting original data from first-hand sources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collected for specific research or business objective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Four Main Methods: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70662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1. Observation Method - Watching and recording behavior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2. Interview Method - Direct questioning in various formats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3. Questionnaires - Written questions for responses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4. Schedules - Structured data collection forms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Each method has advantages, disadvantages, and specific use cases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1. Observation Method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Watching and recording behavior without direct interaction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Types of Observation: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Direct Observation: Observer watches subjects in real 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Indirect Observation: Recording data through instruments/cameras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Participant Observation: Observer becomes part of group studied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Natural behavior captured, real-time data, detailed information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Time-consuming, observer bias, limited sample size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2. Interview Method - Overview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Direct face-to-face conversation between interviewer and respondent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Purpose: Gather detailed qualitative information and insights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066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Flexible - Can follow-up on responses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181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Deeper insights through probing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958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High response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Time-consuming, interviewer bias, requires skilled interviewers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2A. Structured Interview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Standardized questions asked in same way to all respondents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Predetermined questions with fixed wording and 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No deviations or follow-up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Responses recorded in standardized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Use Cases: Customer satisfaction surveys, market research, comparative analysis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Consistency, quick to analyze, less interviewer bias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Limited depth, no room for clarification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2B. Focused Interview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Semi-structured interviews focused on specific topics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Open-ended questions with predetermined topics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Flexibility to explore relevant responses in depth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Interviewer can probe and follow interesting 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Use Cases: Customer experiences, employee feedback, in-depth investigation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Balance between structure and flexibility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More time required, harder to compare responses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2C. Unstructured Interview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Open-ended conversation with minimal predetermined questions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No fixed set of questions or specific order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Interviewer follows conversational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Respondent leads discussion direction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Use Cases: Exploratory research, in-depth understanding, idea generation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Rich detailed data, respondent comfort, natural 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Hard to analyze, time-consuming, skill dependent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2D. Clinical Interview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Diagnostic interview conducted by trained professionals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Professionals: Psychologists, counselors, doctors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066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Assessment and diagnosis of mental or behavioral conditions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181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Combination of structured and unstructured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958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Professional interpretation and clinical judgment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Use Cases: Mental health assessment, medical history, psychological research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68172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Professional expertise, comprehensive assessment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Disadvantages: Requires trained professionals, expensive, time-intensive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3. Questionnaires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Written set of questions given to respondents to answer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Self-administered (respondent fills out without interviewer)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Can be distributed via mail, email, online, or in-person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Structured format with predetermined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Types of Questions: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Closed-ended: Multiple choice, yes/no, rating scales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Open-ended: Short answer, essay-style responses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9286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 Low cost, reaches large sample, flexible delivery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Questionnaire Design Best Practices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Clear Instructions: Respondents understand how to complete questionnaire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Simple Language: Avoid jargon and complex terminology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Logical Flow: Group related questions together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Appropriate Length: Not too long to discourage completion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Question Types: Multiple choice, rating scales, yes/no, fill-in-blank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Test the Questionnaire: Pilot with small group before full distribution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4. Schedules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Definition: Structured data collection form filled by interviewer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Similar to questionnaire but administered by trained person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Pre-printed or digital forms with standardized format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Interviewer interprets and records responses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Advantages: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Higher response rate than self-administered questionnaires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Interviewer can clarify confusing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640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Better quality data through professional administration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Types of Schedules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Delivery Method Variations: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Face-to-face: Interviewer meets respondent, fills form during conversation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Telephone: Conducted over phone with recorded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Online: Interactive form filled during video or chat session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Schedule vs. Questionnaire: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Schedule: Administered by interviewer (higher control, cost)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Questionnaire: Self-administered (lower cost)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3525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Common Uses: Household surveys, customer feedback, employee engagement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Lifecycle Management (DLM)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of handling data from creation until deletion or archiving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Stages: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1. CREATION: Data generated from transactions, sensors, user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2. STORAGE: Data stored in databases, warehouses, cloud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3. USAGE: Data accessed, processed, analyzed for decisions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4. MAINTENANCE: Data updated, backed up, secured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7764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5. ARCHIVAL: Inactive data archived for compliance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1879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6. DELETION: Data securely deleted when no longer needed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DLM: Detailed Stages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CREATION: Data originates from user input, transactions, IoT devices, sensors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INGESTION: Data collected from multiple sources and loaded into systems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STORAGE: Data organized and stored in databases, data lakes, warehouses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PROCESSING: Data cleaned, validated, transformed, prepared for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ANALYSIS: Data analyzed to extract insights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GOVERNANCE: Data quality, security, compliance, policies maintained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Importance of Data Lifecycle Management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Quality: Ensures accuracy, completeness, consistency throughout life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Compliance: Meets regulatory requirements (GDPR, CCPA) for data protection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Security: Protects data from unauthorized access, breaches, loss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Cost Efficiency: Optimizes storage, archival, deletion strategies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Value: Maximizes insights and decision-making from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Risk Mitigation: Identifies and manages data risks throughout lifecycle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 Introduction to Business Analyst Role</a:t>
            </a:r>
            <a:endParaRPr lang="en-US" sz="4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What is a Business Analyst?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Professional who assesses organization's processes, systems, products for improvement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Acts as bridge between business needs and technical solutions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Focuses on understanding business needs and technology support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Works with stakeholders to gather requirements and recommend solutions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Goal: Improve efficiency, reduce costs, increase business value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Core Responsibilities of a Business Analyst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Requirements Gathering: Collect business and technical requirements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Analysis: Evaluate workflows and identify inefficiencies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Analysis: Analyze datasets using SQL, Excel, BI tools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Documentation: Create reports, process diagrams, recommendations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Communication: Present findings and recommendations to executives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 Implementation: Oversee system implementation and validation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Key Skills of a Business Analyst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Analytical Thinking: Break down complex problems and find solutions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Communication Skills: Effectively communicate with all stakeholders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Problem-Solving: Systematic and creative approach to challenges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Documentation and Modelling: Create clear diagrams and documentation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Database Knowledge: Understand databases, SQL, data structures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Tools Proficiency: Excel, BI tools, requirements tools, programming languages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Business Analyst vs. Business Consultant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ANALYST: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Focuses on specific technical solutions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Gathers detailed requirements for implementation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Works closely with development teams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Timeframe: Project-based (weeks to months)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CONSULTANT: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Provides broad strategic advice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Recommends changes across departments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Focuses on high-level business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0109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Timeframe: Longer-term engagement (months to years)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Tools Used by Business Analysts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Requirements Management: JIRA, Confluence, Trello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Analysis: Microsoft Excel, Google Analytics, Tableau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Mapping: Microsoft Visio, Lucidchart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Database Tools: SQL, MySQL Workbench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Collaboration: Slack, Zoom, Microsoft Teams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Documentation: Microsoft Word, Google Docs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Business Analyst Career Path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Entry Level: Business Analyst or Junior Business Analyst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Mid-Level: Senior Business Analyst or Lead Business Analyst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Advanced Roles: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066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Business Analyst Manager - Leads BA teams and projects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181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Solution Architect - Designs comprehensive IT solutions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958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Enterprise Analyst - Manages organization-wide initiatives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Product Manager - Develops and manages 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Certifications: CBAP, CCBA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Day-in-the-Life of a Business Analyst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Morning: Attend stakeholder meeting to understand project requirements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Mid-Morning: Interview users to gather process workflows and pain points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Late Morning: Document requirements and create process flowcharts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Lunch Break: Team discussion on project progress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Afternoon: Analyze system data to identify improvement opportunities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Late Afternoon: Create presentation with findings for management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End of Day: Update documentation for next day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4. Data vs. Information</a:t>
            </a:r>
            <a:endParaRPr lang="en-US" sz="4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Fundamental Difference: Data vs. Information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DATA: Raw facts, figures, symbols without context or meaning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Example: 45, John, Sales, $50,000, 2024-01-15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INFORMATION: Processed data with context, meaning, useful for decisions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Example: John from Sales earned $50,000 in 2024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INSIGHT: Information derived from data by processing, analyzing, contextualizing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Data: Characteristics and Examples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 of Data: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Raw and unprocessed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Lacks context or organization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May not be immediately useful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Requires processing to become meaningful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 of Data: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Student marks: 78, 85, 92, 88, 91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Customer names: John, Sarah, Mike, Emma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Transaction amounts: $100, $250, $75, $500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0109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Temperature readings: 25°C, 26°C, 24°C, 27°C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Information: Characteristics and Examples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Characteristics of Information: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Processed and organized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Has context and meaning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Actionable for decision-making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Relevant to specific business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Examples of Information: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Average class score 86.8, highest 92, lowest 78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Top 3 customers: John ($5,000), Sarah ($4,200), Mike ($3,800)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Daily temperature trend: Rising from 24°C to 27°C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to Information Transformation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1: Collection - Gather raw data from various sources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2: Organization - Arrange data in logical structure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3: Processing - Clean data, remove duplicates, validate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4: Analysis - Apply statistical methods and calculations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5: Contextualization - Add business context and relevance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6: Presentation - Display in reports and visualizations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7: Decision-Making - Use information to support decisions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Real-World Example: Sales Data to Information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RAW DATA: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Product A $1000 John; Product B $500 Sarah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DERIVED: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0662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Total Revenue: $2,800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1810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Best Product: Product A ($2,000)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958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Top Customer: John ($1,300)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VALUE: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Sales team prioritizes efforts and improves customer satisfaction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Properties vs. Information Properties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PROPERTIES: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Granular (individual pieces)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Unorganized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No immediate business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Quantitative or qualitative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Subject to errors and duplicates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764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PROPERTIES: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Aggregated and summarized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Well-organized and structured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0109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Has business value and relevance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4223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Contextual and actionable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8338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Verified and validated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Information Hierarchy: Data to Wisdom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DATA: Raw facts (45, 'John', 'Sales')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INFORMATION: Processed data with context ('John earned $45,000 in Sales')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KNOWLEDGE: Organized information ('Top performers earn 40% more')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WISDOM: Applied knowledge ('Invest in training programs')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Each level adds more value and context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Importance in Business Context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Decision-Making: Organizations need information for strategic decisions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Competitive Advantage: Companies transforming data faster gain market edge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Operational Efficiency: Information guides process improvements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Risk Management: Information reveals patterns and risks faster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Customer Understanding: Information enables personalized services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Performance Monitoring: Information dashboards track KPIs in real-time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5. Overview of Data-Driven Decision Making</a:t>
            </a:r>
            <a:endParaRPr lang="en-US" sz="4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What is Data-Driven Decision Making?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Practice of using data, analytics, insights to guide business decisions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Combines quantitative data analysis with business judgment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Focuses on evidence-based decisions that minimize 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Supported by data visualization, dashboards, reports, BI tools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Essential in competitive markets for significant advantage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Traditional vs. Data-Driven Decision Making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TRADITIONAL DECISION MAKING: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7190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Based on intuition, experience, personal judgment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Limited data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Higher risk of errors and bias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Slower 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DATA-DRIVEN DECISION MAKING: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10565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Based on comprehensive data analysis and insights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51713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Evidence-based conclusions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92861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Reduced bias and more objective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340096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Faster and more confident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Key Benefits of Data-Driven Decision Making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Risk Reduction: Data analysis identifies risks before problems occur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Improved Accuracy: Evidence-based decisions achieve outcomes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Cost Efficiency: Identify wasteful processes and optimize resources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Better Customer Understanding: Analyze behavior for satisfaction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Competitive Advantage: Make decisions faster and better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Measurable Results: Track outcomes and adjust strategies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Data-Driven Decision Making Process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1: Define Objective - State business question or problem clearly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2: Collect Data - Gather relevant data from all 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3: Analyze Data - Use statistical methods and BI tools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4: Develop Insights - Draw meaningful conclusions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5: Formulate Options - Create decision alternatives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6: Evaluate Options - Compare pros and cons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7: Make Decision - Choose best option based on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51755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Step 8: Monitor Results - Track outcomes and adjust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Real-World Example: E-Commerce Platform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BUSINESS QUESTION: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Why do customers abandon shopping carts?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COLLECTION: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Track user behavior, analyze checkout flows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ANALYSIS: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60% abandon for shipping costs, 25% payment concerns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DECISION: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Implement upfront shipping display and free shipping option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35% increase in checkout rate, 20% increase in order value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Sources for Decision Making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Internal Sources: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Sales data, customer records, inventory systems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Financial records, employee performance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Website analytics, app usage logs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External Sources: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Market research and industry reports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77647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Competitor analysis and benchmarks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8795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Customer surveys and feedback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Third-party analytics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Tools for Data-Driven Decision Making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BI Tools: Tableau, Power BI, Looker - create dashboards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Analysis: SQL, Python, R - query and analyze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Spreadsheet Tools: Excel, Google Sheets - organization and calculations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Statistical Software: SPSS, SAS - advanced statistical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Visualization Tools: Matplotlib, D3.js - create compelling visuals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Collaboration: Slack, Microsoft Teams - share insights with teams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Challenges in Data-Driven Decision Making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Quality: Inaccurate or incomplete data leads to poor decisions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Silos: Data scattered across departments hinders analysis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Skills Gap: Lack of analytics skills to interpret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Information Overload: Too much data can overwhelm decision-making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Organizational Culture: Resistance to change from old methods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Privacy &amp; Security: Ensure compliance while using sensitive data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Building a Data-Driven Culture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Leadership Support: Executives must champion data-driven approach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Invest in Tools: Provide access to BI and analytics platforms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Training &amp; Development: Build analytical skills across organization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Governance: Establish clear policies for data quality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Transparency: Share insights and decisions openly with teams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Measure Success: Track improvements from data-driven decisions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Celebrate Wins: Recognize successes from data-driven approach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6. Case Discussions &amp; Real-Life Examples</a:t>
            </a:r>
            <a:endParaRPr lang="en-US" sz="4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Case Study 1: Retail Inventory Optimization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CHALLENGE: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Excess inventory in some stores, stockouts in others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USED: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Sales data, weather patterns, local events, supplier lead times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Implemented predictive analytics for demand forecasting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20% reduction in inventory costs, 15% improvement in availability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LEARNING: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Data-driven inventory management improves efficiency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Case Study 2: Healthcare Patient Analytics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CHALLENGE: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Hospital wanted to reduce patient readmission rates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COLLECTED: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Patient history, treatment records, medication adherence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Implemented targeted follow-up program for high-risk patients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25% reduction in 30-day readmission rates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LEARNING: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Analytics helps identify vulnerable populations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Case Study 3: Financial Services Fraud Detection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CHALLENGE: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Bank losing millions to credit card fraud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USED: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Transaction history, customer location, spending patterns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Implemented automated fraud detection with real-time alerts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90% reduction in fraudulent transactions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LEARNING: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Real-time analytics prevents financial crimes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Case Study 4: Social Media Content Recommendation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CHALLENGE: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Keep users engaged with personalized recommendations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COLLECTED: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Browsing history, likes, shares, viewing duration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Deployed personalized feed algorithm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40% increase in user engagement, 60% in session duration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LEARNING: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Personalization driven by data improves experience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Case Study 5: Manufacturing Process Improvement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CHALLENGE: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High defect rate in manufacturing causing delays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COLLECTED: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Machine parameters, production logs, quality test results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11810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SOLUTION: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52958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Optimized machine parameters based on data insights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10565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RESULT: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51713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35% reduction in defect rate, 20% production efficiency increase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09320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LEARNING: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data analysis identifies root causes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Common Patterns Across Successful Cases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Clear Problem Definition: Success starts with understanding challenges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Quality Data Collection: Comprehensive data ensures accurate analysis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Appropriate Tools: Right tools match problem complexity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Cross-Functional Collaboration: Business and technical teams work together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Actionable Insights: Analysis focuses on driving decisions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Continuous Monitoring: Success measured and strategies adjusted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7. Introduction to Data Governance &amp; Data Ethics</a:t>
            </a:r>
            <a:endParaRPr lang="en-US" sz="4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What is Data Governance?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Framework, policies, and processes for effective data use across organization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Focuses on data quality, security, compliance, and accountability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Defines who accesses data, how it is used, how it is protected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Involves roles, responsibilities, and decision rights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Ensures data treated as valuable organizational asset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Components: Quality, metadata, security, compliance, access control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Key Components of Data Governance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Quality Management: Ensure accuracy, completeness, consistency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Metadata Management: Document data definitions, origins, usage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Security: Protect from unauthorized access and breaches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Compliance &amp; Regulatory: Meet legal requirements (GDPR, CCPA, HIPAA)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Access Control: Define who accesses what data based on roles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Stewardship: Assign responsibility for data quality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Dictionary: Maintain documentation of all data elements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Governance Framework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POLICY LAYER: Rules and standards for data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PROCESS LAYER: Workflows for data creation, storage, access, deletion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TECHNOLOGY LAYER: Tools and systems supporting data governance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PEOPLE LAYER: Roles, responsibilities, and training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 comprehensive framework aligns all layers to support goals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What is Data Ethics?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Study and practice of responsible data collection, usage, protection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Focuses on fairness, transparency, accountability, respect for individuals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Addresses moral and ethical dilemmas in data handling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Involves responsible AI development and preventing bias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Growing importance as data use becomes pervasive in society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Key Principles: Privacy, fairness, transparency, accountability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Core Principles of Data Ethics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Privacy: Individuals' personal data must be protected and respected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Fairness: Data should not discriminate against individuals or groups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Transparency: Organizations clear about data collection and usage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Accountability: Clear responsibility for ethical data practices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Consent: Individuals have choice about their data being used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Security: Data protected from unauthorized access and breaches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Ethical Challenges in Data Usage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Bias in Algorithms: AI/ML models perpetuate discrimination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Privacy Invasion: Excessive data collection without consent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Misuse: Using data beyond original consent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Lack of Transparency: Hidden data practices and unclear algorithms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Algorithmic Discrimination: Automated systems causing unfair treatment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Security Breaches: Personal information exposed to unauthorized parties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Real-World Example: Facial Recognition Ethics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TECHNOLOGY: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Facial recognition used for security and identification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1305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ETHICAL ISSUES: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Accuracy varies across racial and ethnic groups (bias)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Mass surveillance potential without clear consent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Risk of misidentification and false arrests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RESPONSE: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3525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Many cities restrict government use pending ethical standards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9286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LESSON: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534009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Powerful technologies require strong ethical frameworks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Regulatory Frameworks for Data Protection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GDPR (EU):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Right to privacy, data access, and deletion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Strict consent requirements for data collection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CCPA (USA - California):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Individuals can know, delete, and opt-out of data sale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Applies to companies collecting Californian residents'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4106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HIPAA (USA):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352544"/>
            <a:ext cx="7543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2C3E50"/>
                </a:solidFill>
              </a:rPr>
              <a:t>• Protects health information and patient privacy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9286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Many countries have similar frameworks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Implementing Ethical Data Practices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Establish Ethics Committee: Governance body for ethical concerns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Ethical Impact Assessment: Evaluate projects for ethical issues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Employee Training: Regular training on data ethics and practices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Transparency Reports: Publish data usage and security practices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Privacy by Design: Build privacy protection into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Regular Audits: Review practices for ethical compliance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Stakeholder Involvement: Include community voices in policies</a:t>
            </a:r>
            <a:endParaRPr lang="en-US" sz="12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Data Governance vs. Data Ethics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GOVERNANCE: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Focus: Management, quality, compliance, efficiency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Question: 'How do we manage data effectively?'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Ensures: Accuracy, security, compliance, access control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ETHICS: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Focus: Moral responsibility and fairness in data use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7764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Question: 'Is it right to use data this way?'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18795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2C3E50"/>
                </a:solidFill>
              </a:rPr>
              <a:t>Ensures: Privacy, fairness, transparency, accountability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76402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Data Governance provides framework; Data Ethics ensures responsible use</a:t>
            </a:r>
            <a:endParaRPr lang="en-US" sz="12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A3A52"/>
                </a:solidFill>
              </a:rPr>
              <a:t>Future of Data Governance &amp; Ethics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14300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Increasing Regulations: More countries implementing data protection laws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71907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AI Accountability: Focus on explainability and fairness in AI/ML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295144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Consumer Awareness: Users demanding greater privacy and control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871216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Corporate Responsibility: Organizations building trust through ethics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447288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Technology Solutions: Privacy-enhancing technologies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Interdisciplinary Approach: Combining technical expertise with ethics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4599432"/>
            <a:ext cx="8001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</a:rPr>
              <a:t>Continuous Evolution: Standards adapting as technology evolves</a:t>
            </a:r>
            <a:endParaRPr lang="en-US" sz="12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CDC4"/>
                </a:solidFill>
              </a:rPr>
              <a:t>Comprehensive Study Material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Sumon Kundu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2026-07-26T12:16:02Z</dcterms:created>
  <dcterms:modified xsi:type="dcterms:W3CDTF">2026-07-26T12:16:02Z</dcterms:modified>
</cp:coreProperties>
</file>